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Throughput 吞吐量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演讲者备注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ordered shape 第一个形状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ordered shape 第二个形状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工具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read_file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读取文件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3291840"/>
          <a:ext cx="36576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Picture 6" descr="Status icon 状态图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144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